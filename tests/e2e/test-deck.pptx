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Hebrews 10:1.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Exodus 12:3-7 aloud.</a:t>
            </a:r>
          </a:p>
          <a:p>
            <a:r>
              <a:t>Ask: what does the blood picture?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Corinthians 5:7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and Shadows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Passover Lamb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Christ our Passover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